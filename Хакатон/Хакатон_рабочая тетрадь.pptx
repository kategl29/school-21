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77"/>
    <p:restoredTop sz="94629"/>
  </p:normalViewPr>
  <p:slideViewPr>
    <p:cSldViewPr snapToGrid="0">
      <p:cViewPr varScale="1">
        <p:scale>
          <a:sx n="100" d="100"/>
          <a:sy n="100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8CE93-2F1B-2117-AD81-066128336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0A6F11-D6F6-B6D4-7AF4-F1673D09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424AA-A88D-B5AE-EE2A-99F1E0143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6A6643-9221-9D08-5BBE-2C18CCF4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BF881-5CEB-EC6E-097F-822E53F1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06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432AD-0397-BAC0-E5F3-134EC5AD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1BF9D-FBD7-11C0-DBAC-4B72EFD7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DB763-56E5-2997-0D2F-67FC9D4B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4E7B54-0064-B25C-73A9-CCA20AA7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ED9D3-670A-ED81-CA37-EA35E247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32B38-C4CD-A14B-AB95-DF0B24E6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AD9A55-4AA3-2308-50E2-437A0EDA1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B51F6-0635-AA8F-DF9A-B3069B22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356A8-7A49-F05F-4A39-9501172B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B44D7C-0608-5307-E774-E6E17125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88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6E68-C798-44FB-8F0B-799642EC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161A86-F75B-1B96-B87C-83A6ED4AA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C2E152-D236-1A76-F33B-8AA1A4E1E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5FA64D-9704-DAEF-4FF6-9ECEFB3B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3BC6E3-661E-A2B1-1065-5961582D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132046-3A63-97C1-E26B-F0D65FC6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2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B00A1-4A25-E1E7-FB7D-07A5CA39F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D3EF0B-0733-D41A-8FB4-00F1BC108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917C1F-8F9D-01F5-7C68-17CB4600B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35BB6A-40DE-4373-066F-90552B73B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1A2792-212D-2A05-BD98-B80E2C2ED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BE1B5D-D2D2-D801-F594-3A984570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51D300-AD39-CB5E-08DA-B545635F7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302BFE-E2EB-A5A1-67AC-1430D177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90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03AFA-CAE4-7380-8069-D3D3E3BE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E05360-D377-EBDB-A5A8-1DA4DFA1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5F7E08-FD72-A076-4331-15B22E05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31DA60-1894-240F-0E61-8D143261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34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09E8BB-510F-7AAF-F482-9BBA2E9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9C070C-95D7-2258-D700-4352F4B8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5C9EB0-7AF4-BF18-9B8F-64584362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39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3A53D-2D03-F7D4-FA69-D95D5814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B9935-BB57-91E1-C60C-19ADC0E4E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518B8C-6CC2-9A8B-2C39-0217987CA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75A692-0DAC-CBEA-9CE5-1D282E1C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562A26-A0DC-BB4B-4A6A-8B7D3339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5D011A-0F90-BFA6-8C6E-97C5C0D4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95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63B77-6F24-6E1E-F4A0-DAF1E83D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808820-C534-D20E-3F25-E50A68244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436BF4-3819-92E4-F72F-12068ECB5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272E97-FADD-BC1C-CE9A-15E54D61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8F5173-4217-2B21-8E8B-3373FCD3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E38E0D-09AE-7B73-5B42-830C60A4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60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288EF-2ED0-23D7-3F33-01B7454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68DCA8-3F9B-C0D0-E7C1-12B1EF50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CF6BE-8A3B-D453-573F-A5FDC6CD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AC4FD-BF77-396F-9C60-C559ECB7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2D0F2-6A22-3CAD-5E65-1566FF86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0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A772BA-37FA-F306-9E3A-99F53C462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4412D8-478C-B457-05BE-623201966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3D62AA-A086-85EB-163C-849246B0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1BF597-F86F-DE47-C5CE-55956DED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9D0F88-356C-F20F-8510-69BFFD0F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60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DE1C3-E8BD-4FAA-33BB-B2849079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235C5A-67B0-ECF5-1A69-7ED44534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6E9E6D-A328-0A60-EE3B-390B2C6DB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21214-8C2A-5E49-8101-6AAB0B2FF557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705915-5679-3D0D-3307-396733C2A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21AA41-CB38-8FF2-F74B-773A2EE8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3E8B-31E1-864E-A38F-3D6BC18C1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65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EE39E9-C667-3117-D86B-833C76F18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59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14A2DF-C9E8-318E-32AA-A2F6B2711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1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5A184A-6E15-3EC9-B7A3-AE6AF29B0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8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B4CA6E6-4C96-F7E4-08FF-8FE97531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B175F3-86F1-20F5-83A6-234BA649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DA55D6-9160-A02A-5F3D-238284A17A1C}"/>
              </a:ext>
            </a:extLst>
          </p:cNvPr>
          <p:cNvSpPr txBox="1"/>
          <p:nvPr/>
        </p:nvSpPr>
        <p:spPr>
          <a:xfrm>
            <a:off x="2185988" y="5557837"/>
            <a:ext cx="356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Helvetica" pitchFamily="2" charset="0"/>
              </a:rPr>
              <a:t>КОМАНДА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AA6D1-B53E-A985-D214-9EF060F0C609}"/>
              </a:ext>
            </a:extLst>
          </p:cNvPr>
          <p:cNvSpPr txBox="1"/>
          <p:nvPr/>
        </p:nvSpPr>
        <p:spPr>
          <a:xfrm>
            <a:off x="2185988" y="5927169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" pitchFamily="2" charset="0"/>
              </a:rPr>
              <a:t>Название кейса от институции</a:t>
            </a:r>
          </a:p>
        </p:txBody>
      </p:sp>
    </p:spTree>
    <p:extLst>
      <p:ext uri="{BB962C8B-B14F-4D97-AF65-F5344CB8AC3E}">
        <p14:creationId xmlns:p14="http://schemas.microsoft.com/office/powerpoint/2010/main" val="157891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9856D8-0E77-9F21-172D-DB14A008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EC91CA-5FA2-AC9A-4C83-D80265769E4C}"/>
              </a:ext>
            </a:extLst>
          </p:cNvPr>
          <p:cNvSpPr txBox="1"/>
          <p:nvPr/>
        </p:nvSpPr>
        <p:spPr>
          <a:xfrm>
            <a:off x="342900" y="1671638"/>
            <a:ext cx="111728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 этом слайде нужно кратко и ясно представить идею своего проекта.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Заполните каждый пункт, чтобы можно было быстро понять, что вы создаете, для кого и зачем.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1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Название проекта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Короткое и запоминающееся (до 4 слов). Отражает суть идеи.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Пример: Интерактивный </a:t>
            </a:r>
            <a:r>
              <a:rPr lang="ru-RU" dirty="0">
                <a:solidFill>
                  <a:srgbClr val="FF0000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ИИ-агент для музея</a:t>
            </a:r>
            <a:endParaRPr lang="ru-RU" sz="1800" b="0" i="0" u="none" strike="noStrike" cap="none" dirty="0">
              <a:solidFill>
                <a:srgbClr val="FF0000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Проблема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Опишите, какую реальную задачу решает ваш проект.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Пример: </a:t>
            </a:r>
            <a:r>
              <a:rPr lang="ru-RU" sz="1800" b="0" i="0" u="none" strike="noStrike" cap="none" dirty="0">
                <a:solidFill>
                  <a:srgbClr val="FF0000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Повысить трафик посещения и вовлечения посетителей музея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rgbClr val="FF0000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Целевая аудитория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Укажите, кто будет пользоваться вашим решением. Можно указать несколько сегментов: посетители музея,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партнеры и т.д.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Пример: </a:t>
            </a:r>
            <a:r>
              <a:rPr lang="ru-RU" sz="1800" b="0" i="0" u="none" strike="noStrike" cap="none" dirty="0">
                <a:solidFill>
                  <a:srgbClr val="FF0000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Посетители музея возраст: 15-50+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600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2B6E-3582-0B51-ADBC-5773EEEF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47B181-44CE-1A92-CC3A-06255F1B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675612-2C19-624A-53C4-B4FDFC1EE3C4}"/>
              </a:ext>
            </a:extLst>
          </p:cNvPr>
          <p:cNvSpPr txBox="1"/>
          <p:nvPr/>
        </p:nvSpPr>
        <p:spPr>
          <a:xfrm>
            <a:off x="342900" y="1671638"/>
            <a:ext cx="111728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Что именно вы предлагаете: приложение, сайт, сервис, как это решение работает в общих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чертах.и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т. д.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</a:t>
            </a:r>
            <a:r>
              <a:rPr lang="ru-RU" sz="1800" b="0" i="0" u="none" strike="noStrike" cap="none" dirty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Интерактивный ИИ-агент, который станет транслировать новости и мероприятия музея через социальные сети, а также будет представлен в пространстве на интерактивных панелях.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Уникальные свойства и преимущественные характеристики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Чем ваше решение лучше существующих — почему пользователи выберут именно вас.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Упомяните инновации, технологии, удобство, скорость, выгоду и т.д.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</a:t>
            </a:r>
            <a:r>
              <a:rPr lang="ru-RU" sz="1800" b="0" i="0" u="none" strike="noStrike" cap="none" dirty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ИИ-агент как уникальный амбассадор культурной институции.</a:t>
            </a:r>
            <a:endParaRPr lang="ru-RU" sz="18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Советы: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Используйте простые и понятные слова.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Будьте краткими — достаточно нескольких слов для каждого пункта.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Не используйте слишком общий текст вроде «наш проект улучшает жизнь людей» — покажите как именно.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1367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65DC-7135-DEE9-84F6-ECF3689B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C43502-7032-8732-720F-2BF26584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23F802-35AC-F2BC-7D76-EF80AF0D61F0}"/>
              </a:ext>
            </a:extLst>
          </p:cNvPr>
          <p:cNvSpPr txBox="1"/>
          <p:nvPr/>
        </p:nvSpPr>
        <p:spPr>
          <a:xfrm>
            <a:off x="342900" y="1671638"/>
            <a:ext cx="111728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Наш проект _____{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Название_проекта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}___________________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решает _____{Проблема}____________________________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400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для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_____{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Органиация-брифодатель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}__________________________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с помощью _____{Решение}__________________________,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который имеет _____{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Уникальные_свойства_и_характеристики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 ________________________________________________.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614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1588F0-472B-9D95-C3E4-652FF876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03214-542B-EF36-4404-C94AB0A4DC40}"/>
              </a:ext>
            </a:extLst>
          </p:cNvPr>
          <p:cNvSpPr txBox="1"/>
          <p:nvPr/>
        </p:nvSpPr>
        <p:spPr>
          <a:xfrm>
            <a:off x="314323" y="1397674"/>
            <a:ext cx="113157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Мы делаем</a:t>
            </a:r>
            <a:r>
              <a:rPr lang="ru-RU" sz="24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___{Продукт: </a:t>
            </a:r>
            <a:r>
              <a:rPr lang="ru-RU" sz="2400" b="0" i="0" u="none" strike="noStrike" cap="none" dirty="0">
                <a:solidFill>
                  <a:srgbClr val="FF0000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ИИ-агент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}_____________________ __________________________________________________</a:t>
            </a:r>
            <a:r>
              <a:rPr lang="ru-RU" sz="24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,</a:t>
            </a:r>
            <a:br>
              <a:rPr lang="ru-RU" sz="24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</a:b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Технологии:</a:t>
            </a:r>
            <a:r>
              <a:rPr lang="ru-RU" sz="24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___{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Набор_инструментов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, 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применяющийся_при_работе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 _в_проектах_и_включающий_языки_программирования,_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фрэймворки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, </a:t>
            </a:r>
            <a:r>
              <a:rPr lang="ru-RU" sz="24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системы_управления_базами_данных_и_другие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 разработки___________</a:t>
            </a:r>
            <a:r>
              <a:rPr lang="ru-RU" sz="24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132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4C508B-ECC1-760D-7F5F-7A1C63E2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F9667E-0157-0520-4329-4FC7B2AB591E}"/>
              </a:ext>
            </a:extLst>
          </p:cNvPr>
          <p:cNvSpPr txBox="1"/>
          <p:nvPr/>
        </p:nvSpPr>
        <p:spPr>
          <a:xfrm>
            <a:off x="277585" y="1581753"/>
            <a:ext cx="113646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Задача: представить состав вашей команды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Перечислите всех участников с их ролями и компетенциями.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1. Роль и имя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Укажите имя и фамилию, а также роль, которую вы выполняете в команде.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Пример: Роль: Менеджер — Анна Петрова, Организую работу команды, веду коммуникацию, готовлю выступление и презентацию проекта.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Helvetica" pitchFamily="2" charset="0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2. Навыки и опыт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Кратко укажите сильные стороны: языки программирования, опыт участия в конкурсах, знание инструментов и т.д.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Пример: студент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Universal University /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Школы21, владею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Figma, 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Python, HTML, CSS,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опыт участия в проектных конкурсах. Умею работать в команде.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158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CA93D-328A-6D6C-9F54-1809DDD6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3A84C7-2E54-CC1D-D4D0-06CCDCB8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405E2D-8036-15B2-46B9-B2BD3BCCB9E8}"/>
              </a:ext>
            </a:extLst>
          </p:cNvPr>
          <p:cNvSpPr txBox="1"/>
          <p:nvPr/>
        </p:nvSpPr>
        <p:spPr>
          <a:xfrm>
            <a:off x="277585" y="1581753"/>
            <a:ext cx="11364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{Роль}: __{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Имя_Фамилия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 Навыки: ____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Навыки_и_опыт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__________________________,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{Роль}: __{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Имя_Фамилия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 Навыки: ____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Навыки_и_опыт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__________________________,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{Роль}: __{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Имя_Фамилия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 Навыки: ____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Навыки_и_опыт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__________________________,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{Роль}: __{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Имя_Фамилия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 Навыки: ____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Навыки_и_опыт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__________________________,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{Роль}: __{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Имя_Фамилия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}____ Навыки: ____</a:t>
            </a:r>
            <a:r>
              <a:rPr lang="ru-RU" sz="2000" b="0" i="0" u="none" strike="noStrike" cap="none" dirty="0" err="1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Навыки_и_опыт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Helvetica" pitchFamily="2" charset="0"/>
                <a:ea typeface="Manrope"/>
                <a:cs typeface="Manrope"/>
                <a:sym typeface="Manrope"/>
              </a:rPr>
              <a:t>__________________________,.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904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0BA234-429A-DC8D-5183-F5405AACD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2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05A48D-21B2-4330-0324-3606E3CD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8E874-3A4A-991E-3B5E-95EF60534607}"/>
              </a:ext>
            </a:extLst>
          </p:cNvPr>
          <p:cNvSpPr txBox="1"/>
          <p:nvPr/>
        </p:nvSpPr>
        <p:spPr>
          <a:xfrm>
            <a:off x="252186" y="1190170"/>
            <a:ext cx="8975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Helvetica" pitchFamily="2" charset="0"/>
              </a:rPr>
              <a:t>Для объективной оценки большая просьба загружать в рабочую тетрадь все наработки по проекту. </a:t>
            </a:r>
          </a:p>
          <a:p>
            <a:pPr algn="just"/>
            <a:r>
              <a:rPr lang="ru-RU" sz="1600" dirty="0">
                <a:latin typeface="Helvetica" pitchFamily="2" charset="0"/>
              </a:rPr>
              <a:t>Также у каждой команды будет рабочая папка на Яндекс-диске, которую тоже можно использовать для сохранения 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2233389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B105-3C49-A05B-4BC0-612F77A5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FEBC61-69C3-4F8C-FA32-9B8BE090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0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6DF9-3FD0-9E02-830E-C77BE3F8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59028D-34AB-7DEE-B867-5C3D7E77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547</Words>
  <Application>Microsoft Macintosh PowerPoint</Application>
  <PresentationFormat>Широкоэкранный</PresentationFormat>
  <Paragraphs>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Helvetica</vt:lpstr>
      <vt:lpstr>Manrope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Teterina Julia</dc:creator>
  <cp:lastModifiedBy>Teterina Julia</cp:lastModifiedBy>
  <cp:revision>17</cp:revision>
  <dcterms:created xsi:type="dcterms:W3CDTF">2026-06-03T09:54:38Z</dcterms:created>
  <dcterms:modified xsi:type="dcterms:W3CDTF">2026-06-04T19:34:39Z</dcterms:modified>
</cp:coreProperties>
</file>